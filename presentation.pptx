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2BFB444-7DBC-CA44-A6DD-A4B3F7DBDADB}" v="2" dt="2025-12-26T12:49:29.6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5"/>
  </p:normalViewPr>
  <p:slideViewPr>
    <p:cSldViewPr snapToGrid="0">
      <p:cViewPr varScale="1">
        <p:scale>
          <a:sx n="111" d="100"/>
          <a:sy n="111" d="100"/>
        </p:scale>
        <p:origin x="82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266C6-DF1F-216D-341F-2411E17DA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872B93-08DC-26BF-D14B-1C3A518D3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3FAF1C-4437-09F0-D87F-0B1B878E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4467C6-CD35-4C94-F06E-55299117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9D6DE-8481-DE95-3524-8314E91D9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23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8DFA0-91D8-AA55-11E2-CFF0631CF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EA3F8-B5B0-CB49-C40F-351D7E66D4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A328C5-AF80-78AE-7032-5F39FA84B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CE8398-9AB0-D487-7A36-FF9F166B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A1A38-9E3C-EB91-4C55-9EEE64C66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632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C851-38A2-964E-6EF0-DCEAB549C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28670-5CCA-827B-E668-0571EBF42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51A8D-727C-CBB7-7FD0-D20154837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645E1-53F6-F659-02CF-D182077BC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010C4-63E6-892A-8091-9001B0D23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76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C64DE-14DC-105C-17F8-57F2CCE0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1DDF3-4C46-1380-4E8B-5D7F7269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C25F9-B01A-1FF1-2867-C6D728CF31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9CAD7-715A-C255-092B-984674F87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7EC5-AB7D-9413-FC4C-EAF79EF2A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9D496-C7C1-970F-D725-6A50D625EE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854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6A6BA-5D39-31CB-D46B-B7EB057837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F3B8AC-96EE-0E07-44E0-B3A99B326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6915B-0208-9E3E-82BD-F22272CF8F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BFA486-DF7A-BC23-B726-CA20A958E4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4BAC07-D651-068D-330A-67152BC94D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7148E4-DEE9-5940-7B7B-E5C59B779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6EF22-4BD1-BB6F-F8DD-895BBDB7E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879C62-0E11-3915-C048-33D4CC3D6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118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BF1FC-89C8-B745-F181-4EC2CA86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7506F3-763F-AE9E-1516-C57F832B1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B29D14-FC67-2B22-EFA5-C139B792C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14BEB1-4CE0-45EB-47C8-B991F2D57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54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6476EF-61A1-3BD0-0F76-941A00564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DD8582-512A-3A25-B6E9-A681C29FE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A2B84-2606-DDF4-AB75-60B5C14B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700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E3897-3148-148D-D79B-9DBEE233A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4C7B-5CF9-8490-439A-3F5E93E70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C0D746-884F-81CA-3181-102D37204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71C4A-A5C7-C34E-0FB3-A3722085E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7CCA-72DC-749A-21F0-3A15A0678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D2A0DD-65FB-0D6F-73F0-B7897EE01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71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826FB-4C4B-F598-BF8E-8B60C6426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DCE053-CA85-8E71-A404-785F7B0590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FF2738-3D96-1D9B-8225-9DDEA557D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A287B-79D3-4627-6026-592FE4A78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0BBDA-3CB9-FD8F-3D72-9F75BDD3B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EAFEF-B963-6B2E-1E0C-0AA140999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33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AC2E8-2615-6D69-1FB4-C71C6E9D5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5976D-2367-EC61-87D0-AEAF0C8E33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5B3B7-EF43-4B84-E7C8-0F16CD3AF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3B1169-E005-E32D-6C3C-60CC0ED7F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359F8F-2FDF-8BE9-1197-E75A29E6E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00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AFFFD0-C819-AF80-D8E1-60FA1F7681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99A07B-DD6F-17CB-737D-D18E0F478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AC1CA-707F-6A18-CEFE-D1EE34FD5A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7669C-B4C1-391F-E522-464B8724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59F461-29ED-A9DD-0E25-0095834FF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F87B60F-64C4-2891-D1F4-7291C32ED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1CC7-6D44-FFAD-3183-6EF3B802EE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0F536-029E-0F55-0D7F-08C6198F56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8718F5-1E4A-7D42-8173-5979EE6FBC1A}" type="datetimeFigureOut">
              <a:rPr lang="en-US" smtClean="0"/>
              <a:t>12/26/25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B27D0B-029B-AC43-8DD3-10D86CB77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9CF72-3DE5-ED3E-0860-C1133DE613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43422D-A3EC-CA4C-B7FA-7308ED4C0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3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2D63-90DE-8FC5-4122-5EC6AA7A9F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GeoPES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477E22-FC94-A274-DB4C-78FF84838B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 control-oriented Python package emulation numeric types of polytopes, ellipsoids, and subspaces.</a:t>
            </a:r>
          </a:p>
        </p:txBody>
      </p:sp>
    </p:spTree>
    <p:extLst>
      <p:ext uri="{BB962C8B-B14F-4D97-AF65-F5344CB8AC3E}">
        <p14:creationId xmlns:p14="http://schemas.microsoft.com/office/powerpoint/2010/main" val="256303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322A1-3F24-5966-98FF-CCC04F2C0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6C9C2-D843-DBB7-0F72-B9A8EAC84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Numeric Type Emulation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8731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236BF-95E1-F4FB-37F4-A1D55E07A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Numeric Type Emulation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D90F78-7166-DF2C-BEAC-09EF4A18C3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Math operators write like code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Goal: To write your code as you would write your math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CDD0C5-142A-CDEC-B724-26BF17CCC1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507" y="2514094"/>
            <a:ext cx="5660985" cy="1108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4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42</Words>
  <Application>Microsoft Macintosh PowerPoint</Application>
  <PresentationFormat>Widescreen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GeoPES</vt:lpstr>
      <vt:lpstr>Features</vt:lpstr>
      <vt:lpstr>1. Numeric Type Emulation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 Wolleswinkel</dc:creator>
  <cp:lastModifiedBy>Bart Wolleswinkel</cp:lastModifiedBy>
  <cp:revision>1</cp:revision>
  <dcterms:created xsi:type="dcterms:W3CDTF">2025-12-26T12:43:44Z</dcterms:created>
  <dcterms:modified xsi:type="dcterms:W3CDTF">2025-12-26T12:49:38Z</dcterms:modified>
</cp:coreProperties>
</file>