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4" r:id="rId7"/>
    <p:sldId id="262" r:id="rId8"/>
    <p:sldId id="265" r:id="rId9"/>
    <p:sldId id="261" r:id="rId10"/>
    <p:sldId id="263" r:id="rId11"/>
    <p:sldId id="260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88" dt="2026-01-02T14:56:51.5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1" d="100"/>
          <a:sy n="111" d="100"/>
        </p:scale>
        <p:origin x="8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Wolleswinkel" userId="b168cadc-1825-41ce-b9cc-7c7f06f6f31d" providerId="ADAL" clId="{22248CC1-9068-5BCB-B15B-4353FE48F57D}"/>
    <pc:docChg chg="custSel modSld">
      <pc:chgData name="Bart Wolleswinkel" userId="b168cadc-1825-41ce-b9cc-7c7f06f6f31d" providerId="ADAL" clId="{22248CC1-9068-5BCB-B15B-4353FE48F57D}" dt="2026-01-08T13:29:15.403" v="11" actId="5793"/>
      <pc:docMkLst>
        <pc:docMk/>
      </pc:docMkLst>
      <pc:sldChg chg="modSp mod">
        <pc:chgData name="Bart Wolleswinkel" userId="b168cadc-1825-41ce-b9cc-7c7f06f6f31d" providerId="ADAL" clId="{22248CC1-9068-5BCB-B15B-4353FE48F57D}" dt="2026-01-08T12:43:12.113" v="3" actId="5793"/>
        <pc:sldMkLst>
          <pc:docMk/>
          <pc:sldMk cId="2563034518" sldId="256"/>
        </pc:sldMkLst>
        <pc:spChg chg="mod">
          <ac:chgData name="Bart Wolleswinkel" userId="b168cadc-1825-41ce-b9cc-7c7f06f6f31d" providerId="ADAL" clId="{22248CC1-9068-5BCB-B15B-4353FE48F57D}" dt="2026-01-08T12:43:12.113" v="3" actId="5793"/>
          <ac:spMkLst>
            <pc:docMk/>
            <pc:sldMk cId="2563034518" sldId="256"/>
            <ac:spMk id="2" creationId="{11592D63-90DE-8FC5-4122-5EC6AA7A9F3D}"/>
          </ac:spMkLst>
        </pc:spChg>
      </pc:sldChg>
      <pc:sldChg chg="modSp mod">
        <pc:chgData name="Bart Wolleswinkel" userId="b168cadc-1825-41ce-b9cc-7c7f06f6f31d" providerId="ADAL" clId="{22248CC1-9068-5BCB-B15B-4353FE48F57D}" dt="2026-01-08T13:29:15.403" v="11" actId="5793"/>
        <pc:sldMkLst>
          <pc:docMk/>
          <pc:sldMk cId="74253125" sldId="267"/>
        </pc:sldMkLst>
        <pc:spChg chg="mod">
          <ac:chgData name="Bart Wolleswinkel" userId="b168cadc-1825-41ce-b9cc-7c7f06f6f31d" providerId="ADAL" clId="{22248CC1-9068-5BCB-B15B-4353FE48F57D}" dt="2026-01-08T13:28:12.162" v="7" actId="20577"/>
          <ac:spMkLst>
            <pc:docMk/>
            <pc:sldMk cId="74253125" sldId="267"/>
            <ac:spMk id="2" creationId="{41AAC7F8-4717-800F-1167-E97B7F5FBEBE}"/>
          </ac:spMkLst>
        </pc:spChg>
        <pc:spChg chg="mod">
          <ac:chgData name="Bart Wolleswinkel" userId="b168cadc-1825-41ce-b9cc-7c7f06f6f31d" providerId="ADAL" clId="{22248CC1-9068-5BCB-B15B-4353FE48F57D}" dt="2026-01-08T13:29:15.403" v="11" actId="5793"/>
          <ac:spMkLst>
            <pc:docMk/>
            <pc:sldMk cId="74253125" sldId="267"/>
            <ac:spMk id="9" creationId="{A8F04E1F-D9F7-6017-DA7A-5C0C6EBEDBF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…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</a:t>
            </a:r>
            <a:r>
              <a:rPr lang="en-US" noProof="0"/>
              <a:t>types for </a:t>
            </a:r>
            <a:r>
              <a:rPr lang="en-US" noProof="0" dirty="0"/>
              <a:t>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436EB-8D90-2618-CCDC-6487BAD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3CB-22A8-0ED0-9666-D21F165B1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F66623-CE24-406B-437E-DC489FDF428B}"/>
              </a:ext>
            </a:extLst>
          </p:cNvPr>
          <p:cNvGrpSpPr/>
          <p:nvPr/>
        </p:nvGrpSpPr>
        <p:grpSpPr>
          <a:xfrm>
            <a:off x="1911354" y="1864308"/>
            <a:ext cx="8369291" cy="4802187"/>
            <a:chOff x="2432129" y="1690688"/>
            <a:chExt cx="7327740" cy="42045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A6F78C-6552-3A17-C0C1-1EBDC7472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3617"/>
            <a:stretch>
              <a:fillRect/>
            </a:stretch>
          </p:blipFill>
          <p:spPr>
            <a:xfrm>
              <a:off x="2432130" y="5081286"/>
              <a:ext cx="7327739" cy="81396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5287F6-87E7-36BF-C33B-3DB930596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1758"/>
            <a:stretch>
              <a:fillRect/>
            </a:stretch>
          </p:blipFill>
          <p:spPr>
            <a:xfrm>
              <a:off x="2432129" y="1690688"/>
              <a:ext cx="7327739" cy="3390598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FAC8EF-8918-EB41-FEA6-BB3C2A982922}"/>
              </a:ext>
            </a:extLst>
          </p:cNvPr>
          <p:cNvSpPr txBox="1"/>
          <p:nvPr/>
        </p:nvSpPr>
        <p:spPr>
          <a:xfrm>
            <a:off x="2233915" y="1494976"/>
            <a:ext cx="117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Operation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646E99-31A4-D25C-EC3B-1B5E9B55C85A}"/>
              </a:ext>
            </a:extLst>
          </p:cNvPr>
          <p:cNvSpPr txBox="1"/>
          <p:nvPr/>
        </p:nvSpPr>
        <p:spPr>
          <a:xfrm>
            <a:off x="4134092" y="1506022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38114-D7AC-3B42-A8DF-84DBDBD676C8}"/>
              </a:ext>
            </a:extLst>
          </p:cNvPr>
          <p:cNvSpPr txBox="1"/>
          <p:nvPr/>
        </p:nvSpPr>
        <p:spPr>
          <a:xfrm>
            <a:off x="6451231" y="1494976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70C75-145D-2974-3B75-43F0D7BFF597}"/>
              </a:ext>
            </a:extLst>
          </p:cNvPr>
          <p:cNvSpPr txBox="1"/>
          <p:nvPr/>
        </p:nvSpPr>
        <p:spPr>
          <a:xfrm>
            <a:off x="8792020" y="1494976"/>
            <a:ext cx="69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252350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81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5289871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BBBD3B-FC34-AA92-AFD2-3FA80FDEB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0888" y="2688164"/>
            <a:ext cx="2531279" cy="25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49086B-A3CD-99FB-32A6-02258A07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35" y="3015907"/>
            <a:ext cx="4045260" cy="8304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DA55B1-59FF-500D-AD9D-546017A6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77" y="4663783"/>
            <a:ext cx="7586849" cy="737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B9DAE0-E0F0-AE49-DDCD-4B2898C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402" y="2802550"/>
            <a:ext cx="5082788" cy="12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CF6B96-25D7-4892-D46D-18C18B965577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r>
              <a:rPr lang="en-US" dirty="0"/>
              <a:t>Type-0 degeneracy </a:t>
            </a:r>
          </a:p>
          <a:p>
            <a:pPr marL="0" indent="0">
              <a:buNone/>
            </a:pPr>
            <a:r>
              <a:rPr lang="en-US" dirty="0"/>
              <a:t>(no volume, ‘flat’)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Type-∞ degeneracy </a:t>
            </a:r>
          </a:p>
          <a:p>
            <a:pPr marL="0" indent="0">
              <a:buNone/>
            </a:pPr>
            <a:r>
              <a:rPr lang="en-US" dirty="0"/>
              <a:t>(infinite volume, ‘unbounded’)</a:t>
            </a:r>
          </a:p>
        </p:txBody>
      </p:sp>
      <p:pic>
        <p:nvPicPr>
          <p:cNvPr id="10" name="Picture 9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0CE8FCA6-3C82-445A-1A72-4E866C64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375" y="3397774"/>
            <a:ext cx="3858229" cy="2231333"/>
          </a:xfrm>
          <a:prstGeom prst="rect">
            <a:avLst/>
          </a:prstGeom>
        </p:spPr>
      </p:pic>
      <p:pic>
        <p:nvPicPr>
          <p:cNvPr id="12" name="Picture 11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24CCA0F4-24C1-AEF7-B042-FEC1B61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126" y="3325618"/>
            <a:ext cx="2599483" cy="23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toolbox </a:t>
            </a:r>
            <a:r>
              <a:rPr lang="en-US" i="1" noProof="0" dirty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you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</a:t>
            </a:r>
            <a:r>
              <a:rPr lang="en-US" noProof="0"/>
              <a:t>for ….</a:t>
            </a:r>
            <a:endParaRPr lang="en-US" noProof="0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10262</TotalTime>
  <Words>724</Words>
  <Application>Microsoft Macintosh PowerPoint</Application>
  <PresentationFormat>Widescreen</PresentationFormat>
  <Paragraphs>84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…</vt:lpstr>
      <vt:lpstr>Features</vt:lpstr>
      <vt:lpstr>1. Numeric Type Emulation</vt:lpstr>
      <vt:lpstr>1. Numeric Type Emulation</vt:lpstr>
      <vt:lpstr>2. Visualization</vt:lpstr>
      <vt:lpstr>2. Visualization</vt:lpstr>
      <vt:lpstr>3. H-representation and V-representation</vt:lpstr>
      <vt:lpstr>4. Degeneracy</vt:lpstr>
      <vt:lpstr>5. Inter-object integration</vt:lpstr>
      <vt:lpstr>6. External libraries integration</vt:lpstr>
      <vt:lpstr>7. Lazy evaluation/loading</vt:lpstr>
      <vt:lpstr>Why am I seeking collaborators?</vt:lpstr>
      <vt:lpstr>What do you get in return?</vt:lpstr>
      <vt:lpstr>How much do I need to be involved?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2026-01-08T13:29:16Z</dcterms:modified>
</cp:coreProperties>
</file>