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2" r:id="rId7"/>
    <p:sldId id="260" r:id="rId8"/>
    <p:sldId id="261" r:id="rId9"/>
    <p:sldId id="263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67" dt="2025-12-29T13:23:36.5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1" d="100"/>
          <a:sy n="111" d="100"/>
        </p:scale>
        <p:origin x="8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GeoPES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types of 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724EAC-FED4-CA45-3310-65313A613C49}"/>
              </a:ext>
            </a:extLst>
          </p:cNvPr>
          <p:cNvSpPr txBox="1"/>
          <p:nvPr/>
        </p:nvSpPr>
        <p:spPr>
          <a:xfrm>
            <a:off x="7340329" y="1506022"/>
            <a:ext cx="4013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FIXME: Add table for operators/types</a:t>
            </a:r>
          </a:p>
        </p:txBody>
      </p:sp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365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6096000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  <a:p>
            <a:r>
              <a:rPr lang="en-US" noProof="0" dirty="0"/>
              <a:t>Type-0 degeneracy (no volume, ‘flat’)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Type-∞ degeneracy (infinite volume, ’unbounded’)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</a:t>
            </a:r>
            <a:r>
              <a:rPr lang="en-US" noProof="0"/>
              <a:t>toolbox </a:t>
            </a:r>
            <a:r>
              <a:rPr lang="en-US" i="1" noProof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I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</a:t>
            </a:r>
            <a:r>
              <a:rPr lang="en-US" noProof="0" dirty="0" err="1"/>
              <a:t>GeoPES</a:t>
            </a:r>
            <a:r>
              <a:rPr lang="en-US" noProof="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4360</TotalTime>
  <Words>722</Words>
  <Application>Microsoft Macintosh PowerPoint</Application>
  <PresentationFormat>Widescreen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GeoPES</vt:lpstr>
      <vt:lpstr>Features</vt:lpstr>
      <vt:lpstr>1. Numeric Type Emulation</vt:lpstr>
      <vt:lpstr>2. Visualization</vt:lpstr>
      <vt:lpstr>2. Visualization</vt:lpstr>
      <vt:lpstr>3. H-representation and V-representation</vt:lpstr>
      <vt:lpstr>4. Lazy evaluation/loading</vt:lpstr>
      <vt:lpstr>5. Inter-object integration</vt:lpstr>
      <vt:lpstr>6. External libraries integration</vt:lpstr>
      <vt:lpstr>7. Degeneracy</vt:lpstr>
      <vt:lpstr>Why am I seeking collaborators?</vt:lpstr>
      <vt:lpstr>What do I get in return?</vt:lpstr>
      <vt:lpstr>How much do I need to be involved?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2025-12-29T13:24:43Z</dcterms:modified>
</cp:coreProperties>
</file>